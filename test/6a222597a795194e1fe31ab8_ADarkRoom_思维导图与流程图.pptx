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Dark Room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思维导图与流程图 - 开发者与玩家双视角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玩家视角：游戏全流程思维导图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开发者视角：系统架构思维导图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核心机制流程图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资源循环流程图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探索与战斗流程图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双角度测评对比</a:t>
            </a:r>
            <a:endParaRPr lang="en-US" sz="16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玩家视角：游戏全流程思维导图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2103120"/>
            <a:ext cx="1463040" cy="7315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玩家体验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1. 觉醒阶段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69848"/>
            <a:ext cx="1371600" cy="1033272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2. 建设阶段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801368"/>
            <a:ext cx="1371600" cy="301752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3. 探索阶段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532888"/>
            <a:ext cx="1371600" cy="-429768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4. 太空阶段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3264408"/>
            <a:ext cx="1371600" cy="-1161288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77724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777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生火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94183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添柴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106424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1064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伐木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271016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1271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陌生人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50876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15087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陷阱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16733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小屋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1837944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猎人小屋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002536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0025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贸易站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24028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240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铁矿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40487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煤矿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569464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569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废墟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734056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27340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飞船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9718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2971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加固船体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13639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136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升级引擎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300984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3009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躲避陨石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465576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213E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34655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结局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8229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67512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玩家情感曲线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A0A0"/>
                </a:solidFill>
              </a:rPr>
              <a:t>困惑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好奇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665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成就感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6656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紧张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惊喜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7665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满足</a:t>
            </a:r>
            <a:endParaRPr lang="en-US" sz="120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开发者视角：系统架构思维导图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2103120"/>
            <a:ext cx="1463040" cy="7315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游戏系统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room.js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051560"/>
            <a:ext cx="1554480" cy="105156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房间系统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outside.js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783080"/>
            <a:ext cx="1554480" cy="32004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0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村庄系统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world.js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514600"/>
            <a:ext cx="1554480" cy="-41148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世界地图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ship.js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246120"/>
            <a:ext cx="1554480" cy="-11430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飞船系统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space.js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3977640"/>
            <a:ext cx="1554480" cy="-187452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94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太空游戏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0" y="82296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数据层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13716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</a:rPr>
              <a:t>localStorage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18745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</a:rPr>
              <a:t>IndexedDB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37744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</a:rPr>
              <a:t>Service Worker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8803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</a:rPr>
              <a:t>State Manager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3383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</a:rPr>
              <a:t>Event Engine</a:t>
            </a:r>
            <a:endParaRPr lang="en-US" sz="11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核心机制流程图：资源循环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14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点击/等待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914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资源产出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914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建筑升级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新内容解锁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事件触发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11680"/>
            <a:ext cx="1645920" cy="54864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探索世界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1188720"/>
            <a:ext cx="54864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54864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1463040"/>
            <a:ext cx="0" cy="54864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2286000"/>
            <a:ext cx="-54864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6080" y="2286000"/>
            <a:ext cx="-54864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554480" y="2011680"/>
            <a:ext cx="0" cy="-36576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" y="3200400"/>
            <a:ext cx="768096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核心设计特点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输入缩小效应：随着进展，单次操作价值下降，但自动化产出增长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时间缩放效应：1分钟游戏时间可能解锁数小时内容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16966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缓慢正反馈：每次点击都有数值变化，但需等待才能感受进步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4256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无限进展空间：从木头到钢铁，从中世纪到科幻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资源循环流程图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8B45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木头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9144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毛皮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9144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D5C5C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9144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A0522D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皮革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9144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B2222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腌肉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18288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70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18288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F4F4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4682B4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8288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DAA520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硫磺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3080" y="1371600"/>
            <a:ext cx="0" cy="4572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37560" y="1371600"/>
            <a:ext cx="0" cy="4572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92040" y="1371600"/>
            <a:ext cx="0" cy="4572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27432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生产链关系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猎人 → 毛皮 + 肉 → 陷阱师(诱饵) / 制革工(皮革) / 熏肉工(腌肉)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熏肉工产出腌肉 → 矿工(铁/煤/硫磺)的粮食消耗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铁 + 煤 → 炼钢工 → 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钢 + 硫磺 → 军械工 → 子弹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探索与战斗流程图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准备装备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73152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17520" y="9144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914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离开村庄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73152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777240"/>
            <a:ext cx="1280160" cy="822960"/>
          </a:xfrm>
          <a:prstGeom prst="diamond">
            <a:avLst>
              <a:gd name="adj" fmla="val 5556"/>
            </a:avLst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777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遇敌?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0" cy="4572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20574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继续探索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4572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9144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914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战斗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463040"/>
            <a:ext cx="0" cy="45720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1920240"/>
            <a:ext cx="1280160" cy="640080"/>
          </a:xfrm>
          <a:prstGeom prst="diamond">
            <a:avLst>
              <a:gd name="adj" fmla="val 7143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920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胜利?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2560320"/>
            <a:ext cx="0" cy="36576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292608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获得战利品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2240280"/>
            <a:ext cx="-73152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201168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死亡/返回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2651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战斗策略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017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狙击手：攻击间隔4秒，利用空隙快速输出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337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士兵：高伤害，优先用手榴弹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套索：可眩晕敌人，争取治疗时间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药品：战斗中随时使用恢复HP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297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</a:rPr>
              <a:t>步枪：1秒冷却，DPS最高</a:t>
            </a:r>
            <a:endParaRPr lang="en-US" sz="11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双角度测评对比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玩家视角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上手难度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简单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沉浸感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极高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重复可玩性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24688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中等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剧情惊喜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9260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极高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时间投入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3832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1-2小时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核心乐趣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38404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探索+成长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开发者视角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代码复杂度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15544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低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架构设计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3498DB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模块化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技术栈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4688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纯前端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数据持久化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29260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9B59B6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localStorage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开源价值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6560" y="33832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94560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极高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EAEA"/>
                </a:solidFill>
              </a:rPr>
              <a:t>设计模式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38404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状态机</a:t>
            </a:r>
            <a:endParaRPr lang="en-US" sz="11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Dark Room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极简设计，无限深度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Dark Room - 思维导图与流程图</dc:title>
  <dc:subject>PptxGenJS Presentation</dc:subject>
  <dc:creator>A Dark Room Analysis</dc:creator>
  <cp:lastModifiedBy>A Dark Room Analysis</cp:lastModifiedBy>
  <cp:revision>1</cp:revision>
  <dcterms:created xsi:type="dcterms:W3CDTF">2026-06-05T04:21:30Z</dcterms:created>
  <dcterms:modified xsi:type="dcterms:W3CDTF">2026-06-05T04:21:30Z</dcterms:modified>
</cp:coreProperties>
</file>